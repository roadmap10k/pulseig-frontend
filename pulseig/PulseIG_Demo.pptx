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8992" y="47548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conversación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venta.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con IA para negocios que venden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Instagram, Marketplace y WhatsApp.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76656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cierre 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103120"/>
            <a:ext cx="18288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77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4.3x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766560" y="2971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promedio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18288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&lt;30s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76656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perdés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606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01168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907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DMs no reciben respuesta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06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201168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240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566160" y="2907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perdidos por mes en ventas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escapan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606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01168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92240" y="2907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se pierden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convertir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la demanda. Es que no tenés un sistema para capturarla.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PulseIG — tu equipo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que nunca duerme.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entrenada en tu negocio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como vos, conoce tu catálogo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cierra ventas las 24hs.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19456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19456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canales unificados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Marketplace, Messenger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WhatsApp en una sola bandeja.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9456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intención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cliente tiene un score 0-100.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quién está listo para comprar.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2900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Re-engagement personalizado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escribe mensajes únicos usando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cada cliente.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37560" y="342900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342900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carritos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abandono y actúa en 30min.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Recuperás el 20-30% perdido.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2651760" cy="1051560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3429000"/>
            <a:ext cx="26517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en tiempo real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8130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que muestra exactamente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dinero genera el sistema.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bandeja.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tus canales.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más revisar 4 apps distintas. Todo llega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solo lugar y la IA responde en todos.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914400"/>
            <a:ext cx="32004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914400"/>
            <a:ext cx="54864" cy="777240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y stories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920240"/>
            <a:ext cx="32004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1920240"/>
            <a:ext cx="54864" cy="777240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publicaciones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926080"/>
            <a:ext cx="32004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926080"/>
            <a:ext cx="54864" cy="77724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1500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automáticamente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3931920"/>
            <a:ext cx="3200400" cy="777240"/>
          </a:xfrm>
          <a:prstGeom prst="rect">
            <a:avLst/>
          </a:prstGeom>
          <a:solidFill>
            <a:srgbClr val="FAFAF8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3931920"/>
            <a:ext cx="54864" cy="77724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 campañas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4114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16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solo perfil por cliente, sin importar por dónde llegue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lead a venta cerrada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automática.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783080" y="2578608"/>
            <a:ext cx="256032" cy="0"/>
          </a:xfrm>
          <a:prstGeom prst="line">
            <a:avLst/>
          </a:prstGeom>
          <a:noFill/>
          <a:ln w="12700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011680"/>
            <a:ext cx="14630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46888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escribe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9077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un DM por cualquier canal.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2578608"/>
            <a:ext cx="256032" cy="0"/>
          </a:xfrm>
          <a:prstGeom prst="line">
            <a:avLst/>
          </a:prstGeom>
          <a:noFill/>
          <a:ln w="12700">
            <a:solidFill>
              <a:srgbClr val="E5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39112" y="201168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9112" y="2011680"/>
            <a:ext cx="14630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46888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responde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29077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segundos, con info de tu catálogo.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21224" y="2578608"/>
            <a:ext cx="256032" cy="0"/>
          </a:xfrm>
          <a:prstGeom prst="line">
            <a:avLst/>
          </a:prstGeom>
          <a:noFill/>
          <a:ln w="12700">
            <a:solidFill>
              <a:srgbClr val="E5E4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201168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58184" y="2011680"/>
            <a:ext cx="14630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7912" y="246888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sube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67912" y="29077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detecta intención de compra.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0296" y="2578608"/>
            <a:ext cx="256032" cy="0"/>
          </a:xfrm>
          <a:prstGeom prst="line">
            <a:avLst/>
          </a:prstGeom>
          <a:noFill/>
          <a:ln w="12700">
            <a:solidFill>
              <a:srgbClr val="E5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201168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2011680"/>
            <a:ext cx="146304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86984" y="246888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cerrada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86984" y="29077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negocia, maneja objeciones y cierra.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96328" y="2011680"/>
            <a:ext cx="1463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96328" y="2011680"/>
            <a:ext cx="14630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6056" y="2084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06056" y="246888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Post-venta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06056" y="2907792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reseña y ofrece recompra automáticamente.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pasa automáticamente, sin que el dueño del negocio intervenga.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Sabés quién está listo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comprar. Ahora.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75688"/>
            <a:ext cx="402336" cy="40233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2039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García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2295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Nike · cuotas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35808" y="2240280"/>
            <a:ext cx="1097280" cy="54864"/>
          </a:xfrm>
          <a:prstGeom prst="rect">
            <a:avLst/>
          </a:prstGeom>
          <a:solidFill>
            <a:srgbClr val="E5E4D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240280"/>
            <a:ext cx="95463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35808" y="20208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47872" y="2039112"/>
            <a:ext cx="804672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04825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807208"/>
            <a:ext cx="402336" cy="40233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2770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Sánchez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026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al precio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35808" y="2971800"/>
            <a:ext cx="1097280" cy="54864"/>
          </a:xfrm>
          <a:prstGeom prst="rect">
            <a:avLst/>
          </a:prstGeom>
          <a:solidFill>
            <a:srgbClr val="E5E4D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5808" y="2971800"/>
            <a:ext cx="70225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5808" y="27523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547872" y="2770632"/>
            <a:ext cx="804672" cy="20116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797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538728"/>
            <a:ext cx="402336" cy="40233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3502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Méndez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3758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· nuevo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35808" y="3703320"/>
            <a:ext cx="1097280" cy="54864"/>
          </a:xfrm>
          <a:prstGeom prst="rect">
            <a:avLst/>
          </a:prstGeom>
          <a:solidFill>
            <a:srgbClr val="E5E4D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5808" y="3703320"/>
            <a:ext cx="100949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34838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547872" y="3502152"/>
            <a:ext cx="804672" cy="2011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51129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160520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4270248"/>
            <a:ext cx="402336" cy="402336"/>
          </a:xfrm>
          <a:prstGeom prst="ellipse">
            <a:avLst/>
          </a:prstGeom>
          <a:solidFill>
            <a:srgbClr val="FDF2F8"/>
          </a:solidFill>
          <a:ln w="12700">
            <a:solidFill>
              <a:srgbClr val="FDF2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15568" y="4233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Torres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5568" y="4489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inactiva 62 días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035808" y="4434840"/>
            <a:ext cx="1097280" cy="54864"/>
          </a:xfrm>
          <a:prstGeom prst="rect">
            <a:avLst/>
          </a:prstGeom>
          <a:solidFill>
            <a:srgbClr val="E5E4DF"/>
          </a:solidFill>
          <a:ln w="12700">
            <a:solidFill>
              <a:srgbClr val="E5E4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5808" y="4434840"/>
            <a:ext cx="41696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35808" y="42153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3547872" y="4233672"/>
            <a:ext cx="804672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24281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1920240"/>
            <a:ext cx="36576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1956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interacción suma puntos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38928" y="22494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DM, comentario, click en link,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historia — todo cuenta.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37760" y="2971800"/>
            <a:ext cx="36576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actúa en el momento justo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38928" y="33009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llega a 85+ puntos,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recibís una alerta en tiempo real.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37760" y="4023360"/>
            <a:ext cx="36576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059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Aprendes qué genera compras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138928" y="4352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 qué tipo de contenido produce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intenciones de compra.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SOBRE INVERSIÓN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se paga solo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primera semana.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4.3x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promedio sobre la inversión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874520"/>
            <a:ext cx="4846320" cy="530352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perdidas por respuesta tardía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9659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−$2.100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31920" y="2496312"/>
            <a:ext cx="4846320" cy="530352"/>
          </a:xfrm>
          <a:prstGeom prst="rect">
            <a:avLst/>
          </a:prstGeom>
          <a:solidFill>
            <a:srgbClr val="121210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26243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Carritos abandonados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2587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−$840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3118104"/>
            <a:ext cx="4846320" cy="530352"/>
          </a:xfrm>
          <a:prstGeom prst="rect">
            <a:avLst/>
          </a:prstGeom>
          <a:solidFill>
            <a:srgbClr val="161614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inactivos sin seguimiento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32095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−$1.200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31920" y="3739896"/>
            <a:ext cx="4846320" cy="530352"/>
          </a:xfrm>
          <a:prstGeom prst="rect">
            <a:avLst/>
          </a:prstGeom>
          <a:solidFill>
            <a:srgbClr val="121210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 con PulseIG (~25%)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831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+$4.380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931920" y="4389120"/>
            <a:ext cx="4846320" cy="566928"/>
          </a:xfrm>
          <a:prstGeom prst="rect">
            <a:avLst/>
          </a:prstGeom>
          <a:solidFill>
            <a:srgbClr val="1A3A1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4462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neta mensual (descontando $1,000)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44256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+$3.380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negocios que facturan $8,000/mes por redes sociales.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agentes de IA que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trabajan en equipo.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2697480" cy="45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249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en todos los canales. Saluda, califica y deriva.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1920240"/>
            <a:ext cx="2697480" cy="457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02152" y="2249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2152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productos, maneja objeciones y cierra ventas.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920240"/>
            <a:ext cx="269748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029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9944" y="2249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9944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en carritos abandonados y clientes inactivos.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37560"/>
            <a:ext cx="2697480" cy="45720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47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666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Post-venta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pedidos, pide reseñas y activa referidos.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3337560"/>
            <a:ext cx="26974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3447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02152" y="3666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02152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todas las conversaciones y entrena a los otros agentes.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2784" y="3337560"/>
            <a:ext cx="2697480" cy="457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34472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9944" y="366674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9944" y="3977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tareas en el CRM con lenguaje natural.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mejora solo con el tiempo. El vendedor aprende qué mensajes cierran más.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ÉXITO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los primeros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con PulseIG.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2697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94360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recuperados en 30 días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2286000" cy="0"/>
          </a:xfrm>
          <a:prstGeom prst="line">
            <a:avLst/>
          </a:prstGeom>
          <a:noFill/>
          <a:ln w="6350">
            <a:solidFill>
              <a:srgbClr val="E5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"Antes perdía 3 de cada 4 consultas. Ahora la IA responde en segundos y yo solo cierro las ventas ya cocinadas. Recuperé $2.200 el primer mes."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4206240"/>
            <a:ext cx="347472" cy="34747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4425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Zapatería · Buenos Aires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64992" y="19202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920240"/>
            <a:ext cx="2697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02152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02152" y="2331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502152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vendidas en 1 día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02152" y="3200400"/>
            <a:ext cx="2286000" cy="0"/>
          </a:xfrm>
          <a:prstGeom prst="line">
            <a:avLst/>
          </a:prstGeom>
          <a:noFill/>
          <a:ln w="6350">
            <a:solidFill>
              <a:srgbClr val="E5E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02152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"Tenía 7 clientes esperando un iPhone. Cuando llegó el stock la IA los contactó a todos y vendí las 5 unidades el mismo día."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02152" y="4206240"/>
            <a:ext cx="347472" cy="347472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59352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59352" y="4425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Store · Córdoba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72784" y="1920240"/>
            <a:ext cx="269748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920240"/>
            <a:ext cx="2697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9944" y="2331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6409944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conversaciones atendidas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9944" y="3200400"/>
            <a:ext cx="2286000" cy="0"/>
          </a:xfrm>
          <a:prstGeom prst="line">
            <a:avLst/>
          </a:prstGeom>
          <a:noFill/>
          <a:ln w="6350">
            <a:solidFill>
              <a:srgbClr val="E5E4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B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 clientes creen que tengo un equipo de 5 personas respondiendo. La IA sabe exactamente qué le gusta a cada uno."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9944" y="4206240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67144" y="4224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P.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67144" y="4425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Indumentaria · Rosario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Sin sorpresas.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810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2688336"/>
            <a:ext cx="2286000" cy="0"/>
          </a:xfrm>
          <a:prstGeom prst="line">
            <a:avLst/>
          </a:prstGeom>
          <a:noFill/>
          <a:ln w="6350">
            <a:solidFill>
              <a:srgbClr val="E5E4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79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cuenta Instagram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Bandeja unificada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255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 que responde 24hs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3493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CRM básico con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730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Triggers de comentarios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9684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Re-engagement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ROI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64992" y="1417320"/>
            <a:ext cx="2697480" cy="3520440"/>
          </a:xfrm>
          <a:prstGeom prst="rect">
            <a:avLst/>
          </a:prstGeom>
          <a:solidFill>
            <a:srgbClr val="0C0C0A"/>
          </a:solidFill>
          <a:ln w="25400">
            <a:solidFill>
              <a:srgbClr val="0C0C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05072" y="1261872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1271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9584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29584" y="1810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3529584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9584" y="2688336"/>
            <a:ext cx="2286000" cy="0"/>
          </a:xfrm>
          <a:prstGeom prst="line">
            <a:avLst/>
          </a:prstGeom>
          <a:noFill/>
          <a:ln w="6350">
            <a:solidFill>
              <a:srgbClr val="2A2A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2779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 Starter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9584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Marketplace + WhatsApp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29584" y="3255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Triggers de comentarios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9584" y="3493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Re-engagement personalizado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9584" y="3730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Stock + wishlist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9584" y="39684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Analítica de contenido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9584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Pixel de rastreo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2784" y="1417320"/>
            <a:ext cx="26974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4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1536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37376" y="1810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$1.000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437376" y="2377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2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37376" y="2688336"/>
            <a:ext cx="2286000" cy="0"/>
          </a:xfrm>
          <a:prstGeom prst="line">
            <a:avLst/>
          </a:prstGeom>
          <a:noFill/>
          <a:ln w="6350">
            <a:solidFill>
              <a:srgbClr val="E5E4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7797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Todo lo de Growth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37376" y="30175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Squad de 6 agentes 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37376" y="32552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Pixel de rastreo propio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37376" y="34930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Dashboard completo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37376" y="3730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 estratégico semanal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37376" y="39684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dedicado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37376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029200"/>
            <a:ext cx="83210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10235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Garantía de 60 días — si no generamos el doble de lo que pagás, te devolvemos el dinero.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perdiste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semana?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02920" y="2971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DM sin responder es dinero que se fue.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Agendá una demo de 30 minutos — gratis.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39776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 gratuita 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3977640"/>
            <a:ext cx="2194560" cy="502920"/>
          </a:xfrm>
          <a:prstGeom prst="rect">
            <a:avLst/>
          </a:prstGeom>
          <a:solidFill>
            <a:srgbClr val="161614"/>
          </a:solidFill>
          <a:ln w="12700">
            <a:solidFill>
              <a:srgbClr val="3A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dashboard 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 de crédito  ·  Setup en 30 minutos  ·  Garantía de 60 días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4480560"/>
            <a:ext cx="365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4553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PulseIG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PulseIG — Demo de Ventas</dc:title>
  <dc:subject>PptxGenJS Presentation</dc:subject>
  <dc:creator>PptxGenJS</dc:creator>
  <cp:lastModifiedBy>PptxGenJS</cp:lastModifiedBy>
  <cp:revision>1</cp:revision>
  <dcterms:created xsi:type="dcterms:W3CDTF">2026-04-21T09:31:46Z</dcterms:created>
  <dcterms:modified xsi:type="dcterms:W3CDTF">2026-04-21T09:31:46Z</dcterms:modified>
</cp:coreProperties>
</file>